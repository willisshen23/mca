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营销活动分析助手</a:t>
            </a:r>
            <a:endParaRPr sz="2600" b="1">
              <a:solidFill>
                <a:srgbClr val="C7000B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7" y="1042415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面向银行营销场景的对话式智能分析平台</a:t>
            </a:r>
            <a:endParaRPr sz="12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营销活动分析助手</a:t>
            </a:r>
            <a:endParaRPr sz="9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01 / 03</a:t>
            </a:r>
            <a:endParaRPr sz="9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64008" cy="9144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09344"/>
            <a:ext cx="106984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一句话定位　</a:t>
            </a:r>
            <a:endParaRPr sz="1250" b="1">
              <a:solidFill>
                <a:srgbClr val="C7000B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用自然语言对话，AI 自主完成营销活动检索、数据拉取、分析报告生成与导出；关键写操作由人工审批把关，全程可审计。</a:t>
            </a:r>
            <a:endParaRPr sz="14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用户交互层</a:t>
            </a:r>
            <a:endParaRPr sz="14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40280" y="2578608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Vue 3 前端 — 对话界面 · 审批卡片 · 报告预览 · 技能/模板/历史/日志管理</a:t>
            </a:r>
            <a:endParaRPr sz="125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5989320" y="3163824"/>
            <a:ext cx="219456" cy="146304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363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HTTP / SSE 流式</a:t>
            </a:r>
            <a:endParaRPr sz="10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3328416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应用服务层</a:t>
            </a:r>
            <a:endParaRPr sz="14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40280" y="3328416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FastAPI 后端 — REST 接口 · SSE 流式推送 · 会话/技能/日志等路由</a:t>
            </a:r>
            <a:endParaRPr sz="125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5989320" y="3913632"/>
            <a:ext cx="219456" cy="146304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8620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run / resume 调度</a:t>
            </a:r>
            <a:endParaRPr sz="10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4078224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智能体层</a:t>
            </a:r>
            <a:endParaRPr sz="14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40280" y="4078224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agent（openjiuwen）— 多模型路由 · 12+ 业务工具 · 报告生成管线 · 会话持久化</a:t>
            </a:r>
            <a:endParaRPr sz="125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5989320" y="4663440"/>
            <a:ext cx="219456" cy="146304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3600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HTTP 接口调用</a:t>
            </a:r>
            <a:endParaRPr sz="10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4828032"/>
            <a:ext cx="1737360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数据服务层</a:t>
            </a:r>
            <a:endParaRPr sz="14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40280" y="4828032"/>
            <a:ext cx="9445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/>
          <a:lstStyle/>
          <a:p>
            <a:pPr algn="l"/>
            <a:r>
              <a:rPr sz="125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银行营销外部 API — 活动搜索 · 模板清单 · 组件数值 · 外呼活动数据</a:t>
            </a:r>
            <a:endParaRPr sz="125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2920" y="5742432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742432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742432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业务价值　</a:t>
            </a:r>
            <a:r>
              <a:rPr sz="13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分析效率显著提升 · 报告专业规范 · 关键操作合规可控 · 可离线落地银行内网</a:t>
            </a:r>
            <a:endParaRPr sz="13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技术亮点一 · 自主智能体与人机协同审批</a:t>
            </a:r>
            <a:endParaRPr sz="2600" b="1">
              <a:solidFill>
                <a:srgbClr val="C7000B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营销活动分析助手</a:t>
            </a:r>
            <a:endParaRPr sz="9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02 / 03</a:t>
            </a:r>
            <a:endParaRPr sz="9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53212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自主智能体（Agent）</a:t>
            </a:r>
            <a:endParaRPr sz="1700" b="1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498348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ReAct 循环：大模型自主完成“思考 → 行动 → 观察”，多步任务自动拆解、动态调整执行路径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12+ 业务工具：活动检索、模板/组件查询、数据解析、报告生成·修改·导出，端到端闭环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多模型分层路由：主推理模型 + 轻量模型 + 降级备选，兼顾质量、成本与高可用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任务规划辅助：内置待办工具，自动拆分并跟踪分析步骤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安全护栏：每轮工具调用限次、长耗时任务超时豁免，防止失控与空转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流式交互：任务进度实时可见，支持取消与断线重连回放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22392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人机协同审批（HITL）</a:t>
            </a:r>
            <a:endParaRPr sz="1700" b="1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42032"/>
            <a:ext cx="4873752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硬中断机制：写操作触发中断，智能体暂停等待人工决策，前端实时弹出审批卡片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三种决策：批准执行 / 修改参数后执行 / 拒绝并反馈模型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审批持久化：刷新或断线后可恢复，决策现场不丢失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二次审批：拒绝后模型重试会再次触发审批，每一步都在掌控中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全程审计留痕：会话日志、运行历史、报告版本链，可逐轮追溯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敏感信息隔离：用户/机构/渠道等参数不入模型，仅经受控上下文注入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业务价值　</a:t>
            </a:r>
            <a:r>
              <a:rPr sz="13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让 AI 高效干活，让关键动作合规可控，人机各司其职</a:t>
            </a:r>
            <a:endParaRPr sz="13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技术亮点二 · 智能报告生成管线与工程保障</a:t>
            </a:r>
            <a:endParaRPr sz="2600" b="1">
              <a:solidFill>
                <a:srgbClr val="C7000B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32688"/>
            <a:ext cx="868680" cy="4114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455664"/>
            <a:ext cx="11183112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■ </a:t>
            </a:r>
            <a:r>
              <a:rPr sz="9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营销活动分析助手</a:t>
            </a:r>
            <a:endParaRPr sz="9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703020204020201" charset="-122"/>
                <a:ea typeface="微软雅黑" panose="020B0703020204020201" charset="-122"/>
              </a:rPr>
              <a:t>03 / 03</a:t>
            </a:r>
            <a:endParaRPr sz="900" b="0">
              <a:solidFill>
                <a:srgbClr val="8C8C8C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53212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4343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智能报告生成管线</a:t>
            </a:r>
            <a:endParaRPr sz="1700" b="1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2377440"/>
            <a:ext cx="498348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498348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模板智能匹配：按活动类型与视角（外呼 / 短信 / 综合运营）自动匹配分析模板与组件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组件数值拉取：对接银行营销接口自动取数，支持上传数据解析、外呼数据与支行下钻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数据清洗与合成：数值去重归一后，由大模型生成结构化 HTML 报告与图表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质量守卫：自动校验乱码 / 格式残留 / 缺失等问题，不合格自动重试修正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版式守卫：检测 ECharts 布局反模式，确保图表渲染正常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灵活可配：指标 / 维度 / 视角自由组合，报告多版本可回溯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422392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1737360"/>
            <a:ext cx="475488" cy="475488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703020204020201" charset="-122"/>
                <a:ea typeface="微软雅黑" panose="020B0703020204020201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8040" y="1719072"/>
            <a:ext cx="423367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工程质量与落地保障</a:t>
            </a:r>
            <a:endParaRPr sz="1700" b="1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37960" y="2377440"/>
            <a:ext cx="4873752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42032"/>
            <a:ext cx="4873752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分层架构：api / services / domain / infrastructure，职责清晰、易维护、可测试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会话持久化：多轮上下文记忆，支持 SQLite / MySQL，断线重连不丢状态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可观测审计：运行历史与报告版本链，问题可定位、过程可追溯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工程防线：自动化测试覆盖智能体工具、审批与管线关键路径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离线部署：支持内网与麒麟系统离线安装，启动期自动迁移建库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▪ </a:t>
            </a:r>
            <a:r>
              <a:rPr sz="12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模型多源兼容：兼容 OpenAI 协议，可接 GPUStack / vLLM / Ollama / DeepSeek 等</a:t>
            </a:r>
            <a:endParaRPr sz="12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806440"/>
            <a:ext cx="6400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C7000B"/>
                </a:solidFill>
                <a:latin typeface="微软雅黑" panose="020B0703020204020201" charset="-122"/>
                <a:ea typeface="微软雅黑" panose="020B0703020204020201" charset="-122"/>
              </a:rPr>
              <a:t>业务价值　</a:t>
            </a:r>
            <a:r>
              <a:rPr sz="1300" b="0">
                <a:solidFill>
                  <a:srgbClr val="1A1A1A"/>
                </a:solidFill>
                <a:latin typeface="微软雅黑" panose="020B0703020204020201" charset="-122"/>
                <a:ea typeface="微软雅黑" panose="020B0703020204020201" charset="-122"/>
              </a:rPr>
              <a:t>报告专业可控、系统稳定可靠，满足银行内网合规与落地要求</a:t>
            </a:r>
            <a:endParaRPr sz="1300" b="0">
              <a:solidFill>
                <a:srgbClr val="1A1A1A"/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1459</Words>
  <Application>WPS 表格</Application>
  <PresentationFormat>On-screen Show (4:3)</PresentationFormat>
  <Paragraphs>95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Helvetica Neue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lihongjun</cp:lastModifiedBy>
  <cp:revision>3</cp:revision>
  <dcterms:created xsi:type="dcterms:W3CDTF">2026-08-23T08:07:21Z</dcterms:created>
  <dcterms:modified xsi:type="dcterms:W3CDTF">2026-08-23T08:07:21Z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16E7C6B6BC98C132B2A98A6A26F82078_42</vt:lpwstr>
  </property>
  <property fmtid="{D5CDD505-2E9C-101B-9397-08002B2CF9AE}" pid="3" name="KSOProductBuildVer">
    <vt:lpwstr>2052-12.1.26055.26055</vt:lpwstr>
  </property>
</Properties>
</file>