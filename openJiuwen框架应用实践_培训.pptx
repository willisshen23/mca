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64592" cy="20116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1A1A1A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从 langgraph / deepagents 到 openJiuwen agent-core 的迁移经验与踩坑总结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886200"/>
            <a:ext cx="146304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基于项目：营销活动分析助手（agent_v3）</a:t>
            </a:r>
          </a:p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框架版本 openjiuwen==0.1.16.post2 · Python 3.12 · 2026-08 完成迁移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■ openJiuwen 框架应用实践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openJiuwen 框架速览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华为云 AgentArts 的开源版（2025-12 开源），Apache-2.0，Python ≥3.11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核心能力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ReActAgent：「思考 → 行动 → 观察」自主循环，Runner 驱动运行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工具三形态：@tool 装饰器 / RestfulApi / MCPTool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HITL：Rail 拦截器机制（不改 Agent 主流程实现人工审批）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Workflow：组件化编排 + 条件分支，组件并发 / 流式传值内置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多智能体：AgentAsTool（子 Agent 作工具）、TeamRuntime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持久化：CheckpointerFactory 可插拔，内置 in_memory 与 PersistenceCheckpointer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内置全链路 tracer（调测 / 可观测）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采用前必须知道的三件事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仍是 0.1.x：迭代极快（0.1.x 已发 25+ 版本）—— 钉版是硬性要求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依赖体量大：全量 80 项（transformers / pymilvus / trafilatura 等），离线包要重做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模型接入简单：OpenAI 兼容协议，api_base 可指任意端点（行内 deepseek 实测可用）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文档覆盖不全：多处行为需实机 spike 验证（超时、迭代上限、异常包装等）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选型结论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政企同源、Apache-2.0、华为背书 —— 可持续性好，但 0.x 框架要用工程方法管住不确定性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本项目中的 agent_v3 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openJiuwen 是唯一智能体运行时（v2 已删除，URL 前缀 /v2 仅为前端契约保留）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554480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/>
                <a:ea typeface="微软雅黑"/>
              </a:rPr>
              <a:t>Vue 3 — 对话界面 · 审批卡片 · 报告预览（SSE 帧契约不变，前端零改动）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9320" y="2139696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122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HTTP / 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04288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API 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304288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/>
                <a:ea typeface="微软雅黑"/>
              </a:rPr>
              <a:t>FastAPI — /run · /resume · /cancel · /runs/{id}/stream（断线重连游标重放）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9320" y="2889504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862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run_agent_streaming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54096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运行时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3054096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/>
                <a:ea typeface="微软雅黑"/>
              </a:rPr>
              <a:t>runtime.py — _BufferedRun 断线缓冲 · 取消泵 · resume 调度 · 审批登记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9320" y="3639312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118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组装 / 拦截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03904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803904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/>
                <a:ea typeface="微软雅黑"/>
              </a:rPr>
              <a:t>ReActAgent 单例 + 5 个 Rail（审批 / 限额 / 幻觉拦截 / 进度帧）+ 13 个 @tool 业务工具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89320" y="4389120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361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状态快照 / 恢复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持久化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553712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/>
                <a:ea typeface="微软雅黑"/>
              </a:rPr>
              <a:t>PersistenceCheckpointer（SQLite WAL）续聊状态 + 业务表驱动历史重载（分层分离）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8640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8640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分层原则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全仓库只允许 agent_v3 包内 import openjiuwen —— 框架依赖收拢一处，业务代码零框架耦合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应用要点 ① · Agent 组装与工具注册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backend/src/agent_v3/agent_factory.py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00" cy="4114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client_cfg = ModelClientConfig(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client_provider="OpenAI",   # OpenAI 兼容协议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api_base=..., api_key=...,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timeout=120, max_retries=..., verify_ssl=...)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request_cfg = ModelRequestConfig(model=..., temperature=...)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/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agent = ReActAgent(card=AgentCard(id=..., description=...))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.configure(ReActAgentConfig(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model_config_obj=request_cfg,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model_client_config=client_cfg,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prompt_template=[{"role": "system",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              "content": build_system_prompt()}],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max_iterations=50))     # 默认 5 太小，必须显式调大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/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for t in ALL_V3_TOOLS:          # 工具双注册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Runner.resource_mgr.add_tool(t)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agent.ability_manager.add(t.card)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4526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进程级单例：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asyncio.Lock 双重检查；工具只注册一次（重复注册打 ERROR 日志）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max_iterations 默认 5：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多工具编排下工具执行完就没迭代生成答复，直接报 error —— 显式调大到 50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系统提示词：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管理后台 DB 覆盖 + 8 条关键规则幂等追加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LoggingModel：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鸭子类型包装而非继承 Model —— 框架会探测能力方法，继承不调 super().__init__ 会 AttributeError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Rail 注册顺序敏感：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审批 → 幻觉拦截 → 限额 → 进度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组装期三件事：模型配置、工具双注册、Rail 按序注册；坑都标在注释里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应用要点 ② · HITL 审批：自定义 Rail 三决策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backend/src/agent_v3/rails.py — ApprovalEditRail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00" cy="4114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class ApprovalEditRail(BaseInterruptRail):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async def resolve_interrupt(self, ctx, user_input):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if user_input is None:          # 首次触发 → 挂起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return self.interrupt(InterruptRequest(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    message=..., payload_schema=SCHEMA))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decision = user_input.get("decision")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if decision == "approve":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return self.approve()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if decision == "edit":          # 改写参数后放行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return self.approve(new_args=json.dumps(edited_args))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# reject：以 ToolMessage 回传模型继续规划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return self.reject(tool_result="用户拒绝了本次操作。...")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4526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不用现成 ConfirmInterruptRail：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它只有 approve/reject，edit（改参数后执行）需自定义 Rail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条件审批：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仅当会话已有 html_report 才中断（generate_report 覆盖确认场景）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恢复链路：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InteractiveInput().update(interrupt_id, payload) → 同 session 再次 run_agent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审批文案双层：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框架固定模板 + LLM 生成口语化副标题（5s 超时回退模板）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approve / edit / reject 三决策用 BaseInterruptRail.resolve_interrupt 严格复刻，拒绝以 ToolMessage 回传而非抛异常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应用要点 ③ · 会话与持久化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框架自带 PersistenceCheckpointer —— 不必自研 checkpointer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接线方式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CheckpointerFactory.create(type="persistence", conf={db_type: sqlite, db_timeout: 5, db_enable_wal: True})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Runner.start 之前 set_default_checkpointer（全局默认）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conf 预留 MySQL 通道（db_client 传预构 AsyncEngine）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AgentSession 实例一次性：每轮 run 新建，状态连续性靠 checkpointer 按 session_id 恢复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card 必传，否则 pre_run 报 AttributeError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分层持久化（核心原则）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checkpoint blob（pickle）只有框架自己读写 —— 管续聊状态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应用层重载只读业务表（conversation_turn / report_versions）—— 管历史展示，v2/v3 通吃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实测：把 checkpoints.db 整个移走，重载仍返回完整消息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风险：pickle 绑定框架内部结构，升级 openjiuwen 须重验（容错为「上下文重来」，展示不受影响）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审批挂起中重启：作废残留中断 + 修补悬空 tool_calls（否则吞消息 / OpenAI 协议 400）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checkpoint 管续聊、业务表管展示 —— 两条持久化通道各司其职，互不读取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应用要点 ④ · 流式输出 → SSE 桥接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Runner.run_agent_streaming + stream_modes=[OUTPUT, CUSTOM]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07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743200"/>
              </a:tblGrid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框架帧类型</a:t>
                      </a:r>
                    </a:p>
                  </a:txBody>
                  <a:tcPr marL="73152" marT="27432" marB="2743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73152" marT="27432" marB="2743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桥接为</a:t>
                      </a:r>
                    </a:p>
                  </a:txBody>
                  <a:tcPr marL="73152" marT="27432" marB="27432" anchor="ctr">
                    <a:solidFill>
                      <a:srgbClr val="C7000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llm_output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正文 token 增量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正文增量帧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llm_reasoning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思考增量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思考帧（可折叠）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answer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最终聚合完成帧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done 帧（error 必须 raise）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__interaction__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中断 / 审批请求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approval_required 审批卡片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llm_usage / tracer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用量 / 链路追踪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落库 / 忽略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CustomSchema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工具进度 / 状态更新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</a:rPr>
                        <a:t>node_update / state_update</a:t>
                      </a:r>
                    </a:p>
                  </a:txBody>
                  <a:tcPr marL="73152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1554480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CUSTOM 模式必须显式传：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否则工具内 write_custom_stream 的进度帧出不来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断线重连：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_BufferedRun 帧缓存 + 游标重放（?after=N）；服务端权威 pending_approval 供刷新对账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取消：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泵任务 + 0.5s 轮询，长 LLM 调用无帧期间也能生效；不要依赖流间隙检查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answer 帧陷阱：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result_type=="error" 是框架吞掉的异常，必须主动 raise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帧映射表按实测类型实现；取消 / 重连 / 审批对账三个机制保住长任务交互体验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应用要点 ⑤ · 业务工具改造：壳 / impl 分层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本次迁移最值得借鉴的模式 —— 换框架只换壳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00" cy="4114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@tool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async def search_activities(keyword: str = "", ...) -&gt; str: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"""按关键词/渠道/日期等条件查询银行营销活动..."""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# 壳只做三件事：组装 ToolContext → 调 impl → 写回 state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return await _run(impl_activity_query.search_activities,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                      dict(...))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/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# impl/ 下的业务函数：零框架依赖，可单测、可复用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# 长工具放宽超时：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8E8E8"/>
                </a:solidFill>
                <a:latin typeface="Menlo"/>
              </a:rPr>
              <a:t>_t.card.properties["resilience"]["timeout_s"] = 1200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4526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敏感参数不入模型：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user_id / org_no / channel / file_path 不在工具签名里，走 ContextVar 双通道注入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docstring 即工具描述：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在首个空行截断 —— 一律无空行单段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默认工具超时 300s：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长工具必须调 resilience.timeout_s（硬上限 3600s），否则管线变孤儿进程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impl 层零框架依赖：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从 langchain 迁来的成本大头因此被削掉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@tool 壳只管框架交互，业务实现零框架依赖 —— 框架可替换性来自这一层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迁移方法论 · 先 spike，分阶段，每阶段实机验收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把 0.x 框架的不确定性关在笼子里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777240" cy="713232"/>
          </a:xfrm>
          <a:prstGeom prst="roundRect">
            <a:avLst>
              <a:gd name="adj" fmla="val 12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3619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A1A1A"/>
                </a:solidFill>
                <a:latin typeface="微软雅黑"/>
                <a:ea typeface="微软雅黑"/>
              </a:rPr>
              <a:t>spike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9961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只验三件事：端点 tool calling / HITL 全流程 / 流式桥接。任何一条不过即中止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09344"/>
            <a:ext cx="2862072" cy="457200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1~2 天，全部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0008"/>
            <a:ext cx="777240" cy="713232"/>
          </a:xfrm>
          <a:prstGeom prst="roundRect">
            <a:avLst>
              <a:gd name="adj" fmla="val 12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048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A1A1A"/>
                </a:solidFill>
                <a:latin typeface="微软雅黑"/>
                <a:ea typeface="微软雅黑"/>
              </a:rPr>
              <a:t>替换对话运行时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6829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agent_v3 并行新建不动 v2；双开关随时回退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478024"/>
            <a:ext cx="2862072" cy="457200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12 项联调全过，5 bug 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18688"/>
            <a:ext cx="777240" cy="713232"/>
          </a:xfrm>
          <a:prstGeom prst="roundRect">
            <a:avLst>
              <a:gd name="adj" fmla="val 12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7355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A1A1A"/>
                </a:solidFill>
                <a:latin typeface="微软雅黑"/>
                <a:ea typeface="微软雅黑"/>
              </a:rPr>
              <a:t>持久化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3697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PersistenceCheckpointer 接线 + 业务表重载重写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346704"/>
            <a:ext cx="2862072" cy="457200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重启续聊实测通过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87368"/>
            <a:ext cx="777240" cy="713232"/>
          </a:xfrm>
          <a:prstGeom prst="roundRect">
            <a:avLst>
              <a:gd name="adj" fmla="val 12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422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A1A1A"/>
                </a:solidFill>
                <a:latin typeface="微软雅黑"/>
                <a:ea typeface="微软雅黑"/>
              </a:rPr>
              <a:t>摘除旧依赖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10565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删 langgraph/langchain/deepagents 全系 8 条依赖，LLM 层也迁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215384"/>
            <a:ext cx="2862072" cy="457200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grep 零命中，终审再抓 3 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56048"/>
            <a:ext cx="777240" cy="713232"/>
          </a:xfrm>
          <a:prstGeom prst="roundRect">
            <a:avLst>
              <a:gd name="adj" fmla="val 12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A1A1A"/>
                </a:solidFill>
                <a:latin typeface="微软雅黑"/>
                <a:ea typeface="微软雅黑"/>
              </a:rPr>
              <a:t>离线打包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97433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全量闭包 wheel 集 + 断网安装验证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5084064"/>
            <a:ext cx="2862072" cy="457200"/>
          </a:xfrm>
          <a:prstGeom prst="roundRect">
            <a:avLst>
              <a:gd name="adj" fmla="val 2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/>
          <a:lstStyle/>
          <a:p>
            <a:pPr algn="ctr"/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断网安装+冒烟全过，包 260M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870448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70448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关键实践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并行新建 + 开关切换，旧链路随时可回退；全部验收过了再删旧代码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踩坑实录 ① · Agent 配置与工具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全部实机验证过，源码注释中有对应标记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Agent 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max_iterations 默认 5 太小 → 显式调大（本项目 50）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AgentSession 实例一次性，复用报 StreamQueue is already closed → 每轮新建 + checkpointer 续状态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import openjiuwen 时 load_dotenv(override=True) 会把 cwd 的 .env 覆盖写进 os.environ → 测试须 delenv 密封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组装时 card 必传，否则 pre_run 报 AttributeError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重复注册同名工具打 ERROR 日志 → 进程级单例只注册一次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单次工具调用默认 300s 超时（DEFAULT_TOOL_CALL_TIMEOUT）→ 长工具设 resilience.timeout_s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@tool 的 description 在 docstring 首个空行截断 → 无空行单段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每轮工具调用上限无内置配置 → 自定义 Rail 计数 + _skip_tool + ToolMessage 收尾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模型收到「超限」ToolMessage 后会重试 → skip 文案必须明确「不要再调用」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好消息：from __future__ import annotations 下 @tool 正常（langchain 的坑这里不存在）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默认值不可信：迭代上限、超时、dotenv 三处默认行为都咬过人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踩坑实录 ② · HITL / 模型层 / 持久化 / 流式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最难的 bug 出在「审批挂起中重启服务」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HITL 与流式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reject 后模型会重试同一工具 → 二次审批：前端状态机必须支持同一轮多次审批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审批挂起中重启会吞新消息：残留中断现场把新消息塞进 INTERACTIVE_INPUT → fresh run 前清残留 + 补合成 ToolMessage（否则 OpenAI 协议 400）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__interaction__ 帧的请求内容在 InteractionOutput.value，不是 .payload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提前 break 消费流触发 ContextVar 警告 → 完整消费 + 泵取消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模型层与持久化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共享 HTTP 客户端缓存键不含 timeout：主 agent 先建 120s 客户端，管线 600s 超时被静默降为 120s → 逐请求 invoke(timeout=...)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ModelRequestConfig 字段是 model_name（model 仅为 alias）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底层异常被包成 FrameworkError，原始 openai 异常在 __cause__ 链上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agent state 整体 pickle：升级 openjiuwen 版本旧 blob 可能反序列化失败 → 钉版 + 升级重验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CheckpointerConfig 不在 checkpointer 包导出里，要从子模块导入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意外收获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「审批跨重启恢复」框架其实自带 —— 实测可恢复可执行，未来启用只需产品决策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踩坑实录 ③ · 依赖与离线交付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银行内网场景的最后一公里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依赖与打包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依赖 80 项（transformers / pymilvus 等）：既定决策全量闭包不裁剪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cryptography 50.0.0 无 macOS x86_64 wheel（源码编译需 Rust）→ 钉版 46.0.7 写入离线约束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--only-binary 遇无 wheel 包：① 换有 wheel 的兼容版本并钉版 ② 万不得已才 sdist（目标机无编译链）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断网安装铁证：容器 --network none 安装 + import 冒烟 = wheel 闭包自洽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产物：260M tar.gz / 161 个 wheel / MANIFEST.sha256 随包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验证脚本防假阳性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verify.sh 缺 docker run -i：heredoc 没送进容器，脚本空跑仍输出 VERIFY-PASS（假阳性）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-e EXPECTED_ASSET 未 export：前端新鲜度断言被静默跳过（又一次假阳性）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CA 兜底：openjiuwen 严格 SSL 校验走系统 CA，CA 不全的目标机 LLM 调用全部 CERTIFICATE_VERIFY_FAILED → SSL_CERT_FILE=certifi 兜底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删除的配置键必须从旧 .env 清除：残留 AGENT_V3_ENABLED 会让 pydantic-settings 启动失败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断言不可静默跳过 —— 验证脚本本身也要被验证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/>
                <a:ea typeface="微软雅黑"/>
              </a:rPr>
              <a:t>带得走的经验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可复用适配模式清单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/>
                <a:ea typeface="微软雅黑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openJiuwen 框架应用实践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13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八个可复用模式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834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壳/impl 分层：@tool 壳只管框架交互，业务零框架依赖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ContextVar 双通道注入敏感参数，不进 LLM 上下文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自定义 Rail 三件套：审批 / 限额护栏 / 进度帧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鸭子类型包装 Model（日志 + token 守卫）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分层持久化：checkpoint 管续聊，业务表管展示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to_thread + 线程内独立事件循环跑同步管线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_BufferedRun + 帧游标：断线重连 + 状态对账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角色化模型工厂 + 密文 API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/>
                <a:ea typeface="微软雅黑"/>
              </a:rPr>
              <a:t>方法论回顾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42032"/>
            <a:ext cx="4873752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先 spike：1~2 天拿一手结论，不过即中止，成本可控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分阶段替换：并行新建 + 开关切换，随时可回退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每阶段实机验收 + 回归测试网兜底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终审再抓一轮（P3 终审抓到 3 个真实问题）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0.x 框架：钉版 + 升级重验，pickle blob 有容错兜底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C7000B"/>
                </a:solidFill>
                <a:latin typeface="微软雅黑"/>
                <a:ea typeface="微软雅黑"/>
              </a:rPr>
              <a:t>▪ </a:t>
            </a:r>
            <a:r>
              <a:rPr sz="1150" b="0">
                <a:solidFill>
                  <a:srgbClr val="1A1A1A"/>
                </a:solidFill>
                <a:latin typeface="微软雅黑"/>
                <a:ea typeface="微软雅黑"/>
              </a:rPr>
              <a:t>核心机制迁移不难，难在四处胶水层：审批 edit / 会话重载 / context 注入 / 多模型路由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/>
                <a:ea typeface="微软雅黑"/>
              </a:rPr>
              <a:t>一句话总结　</a:t>
            </a: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用工程方法管住 0.x 框架的不确定性：先验证、可回退、有验收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